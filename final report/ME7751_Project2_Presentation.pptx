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Design and Analysis of a Planar Compliant Mechanism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ME 7751 Project 2 presentation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Ava Merrifield, The Ohio State University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Spring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Motivation and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Compliant mechanisms enable motion through elastic deformation.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Goal: connect PRB analytical modeling, FEA validation, and an interactive app.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Focus on a planar side-crank compliant slider mechanism.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Mechanism Description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Rigid crank drives a flexible coupler to displace a grounded slider.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Planar compliant linkage with large deflections in the coupler.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Relevant for positioning, amplification, and compliant actuation.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Problem Definition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Develop an analytical PRB model for the mechanism.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Validate the model using Abaqus-based FEA.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Compare torque and slider displacement predictions.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Analytical Modeling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Use Pseudo-Rigid-Body (PRB) reduced-order modeling.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Derive the analytical model for the compliant coupler.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Document assumptions, governing equations, and derived metrics.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Howell-Midha PRB Derivation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Based on classical fixed-pinned beam parametric deflection.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Uses characteristic length ratio λ = 2K_b/π ≈ 0.541.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Equivalent torsional stiffness coefficient K_b' = 12.7.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My PRB Model Derivation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Uses a fitted tip path with radius factor γ = 0.8517.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Includes a characteristic pivot at the crank-coupler joint.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Defines torque via an equivalent spring at the pivot.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PRB Coefficient Origins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γ, c_θ, and K_θ are drawn from the fixed-pinned vertical-load PRB family.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My PRB coefficients are chosen to match the selected coupler path.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These values differ from the classical Howell-Midha stiffness coefficient.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FEA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Abaqus model mirrors the PRB concept with rigid members and a torsional spring.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Characteristic pivot is the crank-coupler connection.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Coupler path uses a characteristic radius of 0.85L_c.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FEA Implementation Notes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FEA assumes rigid links and torsional spring behavior at the pivot.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Slider displacement is extracted along the grounded path.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Torque result is included with caution due to numerical validation limits.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Results: Torque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Compare My PRB and Howell-Midha torque predictions.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Available Abaqus torque result shown as reference.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Different stiffness assumptions drive torque divergence.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Results: Displacement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Slider displacement is the primary kinematic metric.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Both PRB models show similar trends but differ in path assumptions.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FEA displacement provides a useful numerical check.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Model Discrepancies Explained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Howell-Midha uses classical PRB path with standard stiffness coefficients.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My PRB uses a tailored tip path and coefficient set.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Small changes in path and spring definition affect torque and displacement.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Interactive App Description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MATLAB-based GUI allows parameter modification.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Displays analytical PRB predictions and FEA-based results.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Visualizes discrepancy between models.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Conclusions and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The PRB models capture general mechanism behavior.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FEA validates the selected PRB geometry, especially displacement.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Future work: improve the analytical model and increase numerical robustness.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Howell and Midha, ASME J. Mech. Design, 1995.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Professor H. Su lecture slides, OSU Advanced Kinematics.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Project-specific PRB and FEA methodology.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2026-04-30T13:25:01Z</dcterms:created>
  <dcterms:modified xsi:type="dcterms:W3CDTF">2026-04-30T13:25:01Z</dcterms:modified>
</cp:coreProperties>
</file>